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Raman Spectroscopy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Sample: Results/SW6_IPA_1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Analysis: Spectrum Graph</a:t>
            </a:r>
          </a:p>
        </p:txBody>
      </p:sp>
      <p:pic>
        <p:nvPicPr>
          <p:cNvPr id="3" name="Picture 2" descr="SW6_IPA_1-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602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Analysis: Peak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32509">
                <a:tc>
                  <a:txBody>
                    <a:bodyPr/>
                    <a:lstStyle/>
                    <a:p>
                      <a:r>
                        <a:t>Shift (cm⁻¹)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Relative 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594.3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2826.7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1439.0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31.2%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2148.4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19.2%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1588.2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18.1%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3204.3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17.9%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2349.8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16.9%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4609.9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16.8%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4363.0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15.9%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r>
                        <a:t>1973.0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Blank Subtracted: Spectrum Graph</a:t>
            </a:r>
          </a:p>
        </p:txBody>
      </p:sp>
      <p:pic>
        <p:nvPicPr>
          <p:cNvPr id="3" name="Picture 2" descr="SW6_IPA_1-blank-sub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625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Blank Subtracted: Peak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32509">
                <a:tc>
                  <a:txBody>
                    <a:bodyPr/>
                    <a:lstStyle/>
                    <a:p>
                      <a:r>
                        <a:t>Shift (cm⁻¹)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Relative 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2840.7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1304.0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1085.7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66.8%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4363.0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42.2%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3766.9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31.6%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3444.1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30.3%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4164.9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29.1%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2575.2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28.7%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4628.0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28.2%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r>
                        <a:t>3992.6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